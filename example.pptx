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47244-5130-2E20-CE45-18412BA8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1B24B3-8252-85C6-FB25-E1B93B36C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4FC23B-0896-FCA3-49C8-04C94793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347823-DD89-8C08-AAD2-B115733A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CCA5FD-B2DE-25A6-52D1-CD13E54B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9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D2F47-562A-12D3-F16A-CF4913C52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143EBA-98C2-36FF-1AAD-571522B99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456896-E5A4-F1CE-0340-D5C5A40C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F7DB66-0C6B-1F9C-41EA-6732E0A8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4AC06A-28E2-213A-09E2-E5E209671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83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4F84C-3786-99A9-547E-B9708274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4307DB-8DE0-E25F-C55C-29BCF15B7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DBA325-A4A8-3676-877D-64273C34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B955C-40A4-A561-934E-2D3A77A7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0C8C85-A544-A1DC-AB9D-DE663C1E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51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91E7D-F407-0C9E-98FA-81913C01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B8CF87-0B6A-EBA9-BB5D-15E108D5F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CDB99C-4438-D206-B389-B8D48739B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E3C5F-713F-5775-3A11-FD24DBE3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AED533-5839-B9B4-8DC0-D8C4C73C5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BD994E-83D3-AC95-4CEB-43C61CD1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61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C693B-B2CE-6147-1F99-61947BEE5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313828-F2AA-2C3E-8C77-575155C7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01BAE1-4CB7-7916-9DFD-234774E0A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E378CC-9982-27F6-6691-273E5BBD4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A82303-653F-0C4B-4E3F-7C2B3AEDA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4AE1AF-ABCA-8D98-7246-9F0DF60C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07E81-4B68-5F35-6C51-7DCBC611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2FFE42-D474-E497-A1CE-619160FB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5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256115-0F08-0D82-31D7-07D3163D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FE1404-AF62-034D-C8F6-B71A2A693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E64163-46BA-6443-1F66-4100C02E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CF411F-A643-8BC5-DAF8-D124AD46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346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51CB29-5EFC-571D-4C18-9F58A47DA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284CF8-C354-C66D-E5C5-555189A1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3B3076-5856-3DE8-DA28-5DF6FFC8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9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A8492-921C-28D9-5815-C2D730A3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5190B-4592-485B-38B2-0F87961DC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3B28CF-5DF9-9117-4822-513164904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994958-1ADC-9C1E-80AA-6C48ED664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62651F-F686-A6E1-72FB-53A27925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A99F22-82F4-5157-71AF-C200E90B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660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7CC2D-03E2-D118-EB49-FE6C5937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736D79-C5D5-8816-173E-6641C2D53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05F524-D5B7-37BE-8386-49FA8C97C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CDF079-1D9E-390F-ACB4-2B6B0F1A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2847EB-49B8-1FD0-7A96-2D6C8B6F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0B190B-4F7D-2E1B-783E-D14D52BD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50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76FC7-3148-41ED-BC95-46FE67C9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78117D-40D5-5DEA-C897-D47C2A62A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AE3F0-FF7A-20B3-E823-DC3457DB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C4BC-8F3B-016E-BEA2-2E93EB474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2A8180-99F3-6B1E-3A4E-7F4AD93A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53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168B58-D4D1-C153-1C25-B234889E35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A2BFDA-737D-44EE-4B21-03268AD08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EE022D-B318-7747-5616-DF0CCA78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D2606B-7FA7-524D-8C46-672024FFC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D81F8-6E75-1EA3-0708-58C768C32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10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C0E70-353E-E871-07F0-9042E448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A166EE-B05F-5E2F-66C8-042FEB836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2B322C-A11A-0C00-DE1C-E77A186D5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6306B-CD44-44CA-B758-EA8A75313DB5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AB243-849A-013A-9445-38D35AEA7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607671-6CA6-D7B9-1C60-50DDE3E54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F0E14-11C7-42CC-9F6A-3538EA884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525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638D33C-3199-8745-5CEE-9BF1F2830C53}"/>
              </a:ext>
            </a:extLst>
          </p:cNvPr>
          <p:cNvSpPr/>
          <p:nvPr/>
        </p:nvSpPr>
        <p:spPr>
          <a:xfrm>
            <a:off x="1009650" y="638175"/>
            <a:ext cx="10182225" cy="61055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2E13732-E395-2592-AD25-00B436D79692}"/>
              </a:ext>
            </a:extLst>
          </p:cNvPr>
          <p:cNvCxnSpPr/>
          <p:nvPr/>
        </p:nvCxnSpPr>
        <p:spPr>
          <a:xfrm>
            <a:off x="1009650" y="4057650"/>
            <a:ext cx="10182225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2D275ADC-2B6A-207D-D04A-EC902E0AEC31}"/>
              </a:ext>
            </a:extLst>
          </p:cNvPr>
          <p:cNvSpPr/>
          <p:nvPr/>
        </p:nvSpPr>
        <p:spPr>
          <a:xfrm>
            <a:off x="1704975" y="4343400"/>
            <a:ext cx="951081" cy="6496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423C10-33A7-6327-F681-C0DFC837995E}"/>
              </a:ext>
            </a:extLst>
          </p:cNvPr>
          <p:cNvSpPr/>
          <p:nvPr/>
        </p:nvSpPr>
        <p:spPr>
          <a:xfrm>
            <a:off x="3952875" y="4324350"/>
            <a:ext cx="742950" cy="695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OCR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706C90-8866-ACA1-0CEC-54F7945672C2}"/>
              </a:ext>
            </a:extLst>
          </p:cNvPr>
          <p:cNvSpPr/>
          <p:nvPr/>
        </p:nvSpPr>
        <p:spPr>
          <a:xfrm>
            <a:off x="7515225" y="4320538"/>
            <a:ext cx="742950" cy="695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LLM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AAD7075-993A-0CF2-E68F-A8992109877A}"/>
              </a:ext>
            </a:extLst>
          </p:cNvPr>
          <p:cNvSpPr/>
          <p:nvPr/>
        </p:nvSpPr>
        <p:spPr>
          <a:xfrm>
            <a:off x="9535944" y="4343399"/>
            <a:ext cx="951081" cy="6496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End</a:t>
            </a:r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E80971A5-389A-2F3E-DDCF-57071B494C43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5400000">
            <a:off x="6878304" y="4300234"/>
            <a:ext cx="292769" cy="17240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13B659-4DED-FFA0-DD41-3968FE95F977}"/>
              </a:ext>
            </a:extLst>
          </p:cNvPr>
          <p:cNvSpPr/>
          <p:nvPr/>
        </p:nvSpPr>
        <p:spPr>
          <a:xfrm>
            <a:off x="5286756" y="5308631"/>
            <a:ext cx="1751838" cy="431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날짜 선행 관계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1BE2E2-A931-B570-99C2-11E3B6D9EAA7}"/>
              </a:ext>
            </a:extLst>
          </p:cNvPr>
          <p:cNvSpPr/>
          <p:nvPr/>
        </p:nvSpPr>
        <p:spPr>
          <a:xfrm>
            <a:off x="7306056" y="5327681"/>
            <a:ext cx="1751838" cy="431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시험 기준 판별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89BA3577-BB47-1287-D336-DCF73FBF5EF0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 rot="16200000" flipH="1">
            <a:off x="7878428" y="5024133"/>
            <a:ext cx="311819" cy="29527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2C8031F-7123-5B1E-B8A9-0177B342B97F}"/>
              </a:ext>
            </a:extLst>
          </p:cNvPr>
          <p:cNvCxnSpPr>
            <a:cxnSpLocks/>
            <a:stCxn id="11" idx="2"/>
            <a:endCxn id="26" idx="0"/>
          </p:cNvCxnSpPr>
          <p:nvPr/>
        </p:nvCxnSpPr>
        <p:spPr>
          <a:xfrm rot="16200000" flipH="1">
            <a:off x="8857027" y="4045535"/>
            <a:ext cx="311819" cy="225247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B84F066-C7CF-A950-21EA-B0E3C4840800}"/>
              </a:ext>
            </a:extLst>
          </p:cNvPr>
          <p:cNvSpPr/>
          <p:nvPr/>
        </p:nvSpPr>
        <p:spPr>
          <a:xfrm>
            <a:off x="9263253" y="5327681"/>
            <a:ext cx="1751838" cy="431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허가서 참고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AC604F1-9331-4DED-9829-E4CAB0B81329}"/>
              </a:ext>
            </a:extLst>
          </p:cNvPr>
          <p:cNvCxnSpPr>
            <a:cxnSpLocks/>
            <a:stCxn id="8" idx="6"/>
            <a:endCxn id="9" idx="1"/>
          </p:cNvCxnSpPr>
          <p:nvPr/>
        </p:nvCxnSpPr>
        <p:spPr>
          <a:xfrm>
            <a:off x="2656056" y="4668201"/>
            <a:ext cx="1296819" cy="3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961A11E-CD2B-EBD3-29EB-A626784A986A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4695825" y="4668200"/>
            <a:ext cx="2819400" cy="3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232F6C7-0A37-387D-1A7A-1FD8F739E865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>
            <a:off x="8258175" y="4668200"/>
            <a:ext cx="12777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3DDED32-8EBB-3AC1-3AD3-77001E413152}"/>
              </a:ext>
            </a:extLst>
          </p:cNvPr>
          <p:cNvSpPr/>
          <p:nvPr/>
        </p:nvSpPr>
        <p:spPr>
          <a:xfrm>
            <a:off x="3314700" y="1133475"/>
            <a:ext cx="5572125" cy="1508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제조 요약도 부분을 </a:t>
            </a:r>
            <a:r>
              <a:rPr lang="ko-KR" altLang="en-US" dirty="0" err="1"/>
              <a:t>맞추서</a:t>
            </a:r>
            <a:r>
              <a:rPr lang="ko-KR" altLang="en-US" dirty="0"/>
              <a:t> 가로로 되어 </a:t>
            </a:r>
            <a:r>
              <a:rPr lang="ko-KR" altLang="en-US" dirty="0" err="1"/>
              <a:t>있던게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세로로 들어가게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+ start</a:t>
            </a:r>
            <a:r>
              <a:rPr lang="ko-KR" altLang="en-US" dirty="0"/>
              <a:t>를 누르게 되면</a:t>
            </a:r>
            <a:r>
              <a:rPr lang="en-US" altLang="ko-KR" dirty="0"/>
              <a:t>, </a:t>
            </a:r>
            <a:r>
              <a:rPr lang="ko-KR" altLang="en-US" dirty="0"/>
              <a:t>제조 요약도 부분을 </a:t>
            </a:r>
            <a:r>
              <a:rPr lang="en-US" altLang="ko-KR" dirty="0"/>
              <a:t>OCR </a:t>
            </a:r>
            <a:r>
              <a:rPr lang="ko-KR" altLang="en-US" dirty="0"/>
              <a:t>봇이 움직이면서 </a:t>
            </a:r>
            <a:r>
              <a:rPr lang="ko-KR" altLang="en-US" dirty="0" err="1"/>
              <a:t>그려주는거지</a:t>
            </a:r>
            <a:r>
              <a:rPr lang="ko-KR" altLang="en-US" dirty="0"/>
              <a:t> </a:t>
            </a:r>
            <a:r>
              <a:rPr lang="ko-KR" altLang="en-US" dirty="0" err="1"/>
              <a:t>ㅇㅋ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8" name="두루마리 모양: 세로로 말림 37">
            <a:extLst>
              <a:ext uri="{FF2B5EF4-FFF2-40B4-BE49-F238E27FC236}">
                <a16:creationId xmlns:a16="http://schemas.microsoft.com/office/drawing/2014/main" id="{37681F94-6220-0992-C7C3-154D2A5FCEC5}"/>
              </a:ext>
            </a:extLst>
          </p:cNvPr>
          <p:cNvSpPr/>
          <p:nvPr/>
        </p:nvSpPr>
        <p:spPr>
          <a:xfrm>
            <a:off x="9696450" y="6019800"/>
            <a:ext cx="1019175" cy="577911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허가서</a:t>
            </a:r>
          </a:p>
        </p:txBody>
      </p:sp>
      <p:sp>
        <p:nvSpPr>
          <p:cNvPr id="39" name="두루마리 모양: 세로로 말림 38">
            <a:extLst>
              <a:ext uri="{FF2B5EF4-FFF2-40B4-BE49-F238E27FC236}">
                <a16:creationId xmlns:a16="http://schemas.microsoft.com/office/drawing/2014/main" id="{C85A2CD6-64F2-517B-AF01-9D3EF3DFA23A}"/>
              </a:ext>
            </a:extLst>
          </p:cNvPr>
          <p:cNvSpPr/>
          <p:nvPr/>
        </p:nvSpPr>
        <p:spPr>
          <a:xfrm>
            <a:off x="7162800" y="6048759"/>
            <a:ext cx="1019175" cy="577911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기호</a:t>
            </a:r>
          </a:p>
        </p:txBody>
      </p:sp>
      <p:sp>
        <p:nvSpPr>
          <p:cNvPr id="40" name="두루마리 모양: 세로로 말림 39">
            <a:extLst>
              <a:ext uri="{FF2B5EF4-FFF2-40B4-BE49-F238E27FC236}">
                <a16:creationId xmlns:a16="http://schemas.microsoft.com/office/drawing/2014/main" id="{F67D4F79-6FD9-C68C-41CB-A24F3372F520}"/>
              </a:ext>
            </a:extLst>
          </p:cNvPr>
          <p:cNvSpPr/>
          <p:nvPr/>
        </p:nvSpPr>
        <p:spPr>
          <a:xfrm>
            <a:off x="8201025" y="6061013"/>
            <a:ext cx="1019175" cy="577911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약전</a:t>
            </a: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26507A05-7C6A-7130-B8AA-5E039A0D945E}"/>
              </a:ext>
            </a:extLst>
          </p:cNvPr>
          <p:cNvCxnSpPr>
            <a:cxnSpLocks/>
            <a:stCxn id="19" idx="2"/>
            <a:endCxn id="40" idx="0"/>
          </p:cNvCxnSpPr>
          <p:nvPr/>
        </p:nvCxnSpPr>
        <p:spPr>
          <a:xfrm rot="16200000" flipH="1">
            <a:off x="8295499" y="5645898"/>
            <a:ext cx="301591" cy="52863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93BCA3B9-D020-7994-903F-8B70A7075062}"/>
              </a:ext>
            </a:extLst>
          </p:cNvPr>
          <p:cNvCxnSpPr>
            <a:cxnSpLocks/>
            <a:stCxn id="19" idx="2"/>
            <a:endCxn id="39" idx="0"/>
          </p:cNvCxnSpPr>
          <p:nvPr/>
        </p:nvCxnSpPr>
        <p:spPr>
          <a:xfrm rot="5400000">
            <a:off x="7782514" y="5649297"/>
            <a:ext cx="289337" cy="50958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98F2A8D4-9945-D150-2BE2-FF016CE3955A}"/>
              </a:ext>
            </a:extLst>
          </p:cNvPr>
          <p:cNvCxnSpPr>
            <a:cxnSpLocks/>
            <a:stCxn id="26" idx="2"/>
            <a:endCxn id="38" idx="0"/>
          </p:cNvCxnSpPr>
          <p:nvPr/>
        </p:nvCxnSpPr>
        <p:spPr>
          <a:xfrm rot="16200000" flipH="1">
            <a:off x="10042416" y="5856178"/>
            <a:ext cx="260378" cy="6686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094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40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JW A</dc:creator>
  <cp:lastModifiedBy>JW A</cp:lastModifiedBy>
  <cp:revision>1</cp:revision>
  <dcterms:created xsi:type="dcterms:W3CDTF">2026-05-31T10:53:50Z</dcterms:created>
  <dcterms:modified xsi:type="dcterms:W3CDTF">2026-05-31T13:20:02Z</dcterms:modified>
</cp:coreProperties>
</file>